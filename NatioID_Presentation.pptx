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2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643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7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6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08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497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9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19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72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722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6203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58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13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63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335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27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706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4083" y="1976997"/>
            <a:ext cx="7772400" cy="1470025"/>
          </a:xfrm>
        </p:spPr>
        <p:txBody>
          <a:bodyPr/>
          <a:lstStyle/>
          <a:p>
            <a:r>
              <a:rPr dirty="0" err="1"/>
              <a:t>NatioID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4353" y="3859212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National Digital Identity &amp; Voting Platform</a:t>
            </a:r>
          </a:p>
          <a:p>
            <a:r>
              <a:rPr dirty="0"/>
              <a:t>Web &amp; Mobile Application</a:t>
            </a:r>
          </a:p>
          <a:p>
            <a:endParaRPr dirty="0"/>
          </a:p>
          <a:p>
            <a:r>
              <a:rPr dirty="0"/>
              <a:t>Presented by: Abdulazeez </a:t>
            </a:r>
            <a:r>
              <a:rPr dirty="0" err="1"/>
              <a:t>Adam.A</a:t>
            </a:r>
            <a:endParaRPr dirty="0"/>
          </a:p>
          <a:p>
            <a:r>
              <a:rPr dirty="0"/>
              <a:t>Contact: abdulazeezadam09@gmail.com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 unified platform for citizen identity and secure digital voting.</a:t>
            </a:r>
          </a:p>
          <a:p>
            <a:pPr>
              <a:defRPr sz="1800"/>
            </a:pPr>
            <a:r>
              <a:t>Designed for government use and national-scale elections.</a:t>
            </a:r>
          </a:p>
          <a:p>
            <a:pPr>
              <a:defRPr sz="1800"/>
            </a:pPr>
            <a:r>
              <a:t>Includes both admin and citizen interfaces.</a:t>
            </a:r>
          </a:p>
          <a:p>
            <a:pPr>
              <a:defRPr sz="1800"/>
            </a:pPr>
            <a:r>
              <a:t>Accessible via web and mobile.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Digital ID Registration</a:t>
            </a:r>
          </a:p>
          <a:p>
            <a:pPr>
              <a:defRPr sz="1800"/>
            </a:pPr>
            <a:r>
              <a:t>Election Creation &amp; Management</a:t>
            </a:r>
          </a:p>
          <a:p>
            <a:pPr>
              <a:defRPr sz="1800"/>
            </a:pPr>
            <a:r>
              <a:t>Real-time Result Monitoring</a:t>
            </a:r>
          </a:p>
          <a:p>
            <a:pPr>
              <a:defRPr sz="1800"/>
            </a:pPr>
            <a:r>
              <a:t>Candidate Campaign Pages</a:t>
            </a:r>
          </a:p>
          <a:p>
            <a:pPr>
              <a:defRPr sz="1800"/>
            </a:pPr>
            <a:r>
              <a:t>Mobile Voting Access</a:t>
            </a:r>
          </a:p>
          <a:p>
            <a:pPr>
              <a:defRPr sz="1800"/>
            </a:pPr>
            <a:r>
              <a:t>Admin User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Frontend (Web): React + Vite + Tailwind CSS</a:t>
            </a:r>
          </a:p>
          <a:p>
            <a:pPr>
              <a:defRPr sz="1800"/>
            </a:pPr>
            <a:r>
              <a:t>Mobile: Expo (React Native)</a:t>
            </a:r>
          </a:p>
          <a:p>
            <a:pPr>
              <a:defRPr sz="1800"/>
            </a:pPr>
            <a:r>
              <a:t>Hosting: Vercel (Web), EAS Build (Mobile)</a:t>
            </a:r>
          </a:p>
          <a:p>
            <a:pPr>
              <a:defRPr sz="1800"/>
            </a:pPr>
            <a:r>
              <a:t>Routing: React Router / Expo Router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 –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Dashboard Overview</a:t>
            </a:r>
          </a:p>
          <a:p>
            <a:pPr>
              <a:defRPr sz="1800"/>
            </a:pPr>
            <a:r>
              <a:t>Manage Elections &amp; Candidates</a:t>
            </a:r>
          </a:p>
          <a:p>
            <a:pPr>
              <a:defRPr sz="1800"/>
            </a:pPr>
            <a:r>
              <a:t>Live Vote Count &amp; Charts</a:t>
            </a:r>
          </a:p>
          <a:p>
            <a:pPr>
              <a:defRPr sz="1800"/>
            </a:pPr>
            <a:r>
              <a:t>(Include 2–3 screenshot images here)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Citizen App –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View Ongoing Elections</a:t>
            </a:r>
          </a:p>
          <a:p>
            <a:pPr>
              <a:defRPr sz="1800"/>
            </a:pPr>
            <a:r>
              <a:t>Explore Candidate Campaigns</a:t>
            </a:r>
          </a:p>
          <a:p>
            <a:pPr>
              <a:defRPr sz="1800"/>
            </a:pPr>
            <a:r>
              <a:t>Vote with One Tap</a:t>
            </a:r>
          </a:p>
          <a:p>
            <a:pPr>
              <a:defRPr sz="1800"/>
            </a:pPr>
            <a:r>
              <a:t>(Include 2–3 screenshot images here)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Citizen Flow: Register/Login → View Elections → Vote</a:t>
            </a:r>
          </a:p>
          <a:p>
            <a:pPr>
              <a:defRPr sz="1800"/>
            </a:pPr>
            <a:r>
              <a:t>Admin Flow: Create Election → Add Candidates → Monitor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Role-based Admin Access</a:t>
            </a:r>
          </a:p>
          <a:p>
            <a:pPr>
              <a:defRPr sz="1800"/>
            </a:pPr>
            <a:r>
              <a:t>Optional Screenshot Restriction</a:t>
            </a:r>
          </a:p>
          <a:p>
            <a:pPr>
              <a:defRPr sz="1800"/>
            </a:pPr>
            <a:r>
              <a:t>OTP (Planned)</a:t>
            </a:r>
          </a:p>
          <a:p>
            <a:pPr>
              <a:defRPr sz="1800"/>
            </a:pPr>
            <a:r>
              <a:t>Secure Voting Flow (no duplicate votes)</a:t>
            </a:r>
          </a:p>
          <a:p>
            <a:pPr>
              <a:defRPr sz="1800"/>
            </a:pPr>
            <a:r>
              <a:t>Session Timeout &amp; UI Blur (optional)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Web App: https://natio-id.vercel.app</a:t>
            </a:r>
          </a:p>
          <a:p>
            <a:pPr>
              <a:defRPr sz="1800"/>
            </a:pPr>
            <a:r>
              <a:t>Mobile App (.apk): https://expo.dev/accounts/ainfiniti/projects/natioid/builds/f66d46db-007c-4da7-9cda-db6db180115e</a:t>
            </a:r>
          </a:p>
          <a:p>
            <a:pPr>
              <a:defRPr sz="1800"/>
            </a:pPr>
            <a:r>
              <a:t>Available on any device with internet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/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No backend yet (dummy data only)</a:t>
            </a:r>
          </a:p>
          <a:p>
            <a:pPr>
              <a:defRPr sz="1800"/>
            </a:pPr>
            <a:r>
              <a:t>Add biometric or NIN-based login</a:t>
            </a:r>
          </a:p>
          <a:p>
            <a:pPr>
              <a:defRPr sz="1800"/>
            </a:pPr>
            <a:r>
              <a:t>Real-time database integration</a:t>
            </a:r>
          </a:p>
          <a:p>
            <a:pPr>
              <a:defRPr sz="1800"/>
            </a:pPr>
            <a:r>
              <a:t>API-level security improvements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Seeking support or pilot opportunities</a:t>
            </a:r>
          </a:p>
          <a:p>
            <a:pPr>
              <a:defRPr sz="1800"/>
            </a:pPr>
            <a:r>
              <a:t>Open to partnership with government/NGOs</a:t>
            </a:r>
          </a:p>
          <a:p>
            <a:pPr>
              <a:defRPr sz="1800"/>
            </a:pPr>
            <a:r>
              <a:t>Contact for demo or further discussion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Questions?</a:t>
            </a:r>
          </a:p>
          <a:p>
            <a:pPr>
              <a:defRPr sz="1800"/>
            </a:pPr>
            <a:r>
              <a:t>Contact: abdulazeezadam09@gmail.com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19</TotalTime>
  <Words>307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Vapor Trail</vt:lpstr>
      <vt:lpstr>NatioID</vt:lpstr>
      <vt:lpstr>Project Overview</vt:lpstr>
      <vt:lpstr>Key Features</vt:lpstr>
      <vt:lpstr>Technology Stack</vt:lpstr>
      <vt:lpstr>Admin Dashboard – Screenshots</vt:lpstr>
      <vt:lpstr>Citizen App – Screenshots</vt:lpstr>
      <vt:lpstr>System Flow</vt:lpstr>
      <vt:lpstr>Security Features</vt:lpstr>
      <vt:lpstr>Deployment</vt:lpstr>
      <vt:lpstr>Limitations / Roadmap</vt:lpstr>
      <vt:lpstr>Call to Action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NatioID</dc:title>
  <dc:subject/>
  <dc:creator/>
  <cp:keywords/>
  <dc:description>generated using python-pptx</dc:description>
  <cp:lastModifiedBy>Abdulazeez Adam</cp:lastModifiedBy>
  <cp:revision>3</cp:revision>
  <dcterms:created xsi:type="dcterms:W3CDTF">2013-01-27T09:14:16Z</dcterms:created>
  <dcterms:modified xsi:type="dcterms:W3CDTF">2025-10-20T03:17:30Z</dcterms:modified>
  <cp:category/>
</cp:coreProperties>
</file>