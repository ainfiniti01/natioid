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082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63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227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94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67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493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458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652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086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3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666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05868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3469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640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196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5124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053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BB23D-03C9-4017-87F9-A13BA416E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65812-4EB2-4E83-8714-1BAF0BF68E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69E58-5DEE-4A37-842A-0557CCF79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19E19-652A-45A8-9A79-B49CA5FB0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9D017-89C7-429F-9355-B63AA301E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223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A01D3-2F6B-42A1-9A4B-0488DC6A75CB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038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8B9AF-D601-4171-A2E2-4EF91FDA87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NatioID – National Digital Identity &amp; Voting Platform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0FE3B5-A510-44A3-93D9-30B570F606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/>
              <a:t>Web &amp; Mobile Application</a:t>
            </a:r>
          </a:p>
          <a:p>
            <a:r>
              <a:rPr lang="en-US"/>
              <a:t>Presented by: Abdulazeez Adam A.</a:t>
            </a:r>
          </a:p>
          <a:p>
            <a:r>
              <a:rPr lang="en-US"/>
              <a:t>Contact: abdulazeezadam09@gmail.com</a:t>
            </a:r>
          </a:p>
        </p:txBody>
      </p:sp>
    </p:spTree>
    <p:extLst>
      <p:ext uri="{BB962C8B-B14F-4D97-AF65-F5344CB8AC3E}">
        <p14:creationId xmlns:p14="http://schemas.microsoft.com/office/powerpoint/2010/main" val="169707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46DD6-D3A1-444D-A3D5-0FA438604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98E88E-2DE2-4028-A523-53F058902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A unified digital identity and voting system for citizens and government.</a:t>
            </a:r>
          </a:p>
          <a:p>
            <a:r>
              <a:rPr lang="en-US"/>
              <a:t>• Solves inefficiency and fraud in traditional ID &amp; voting systems.</a:t>
            </a:r>
          </a:p>
          <a:p>
            <a:r>
              <a:rPr lang="en-US"/>
              <a:t>• Targets citizens, administrators, and government agencies.</a:t>
            </a:r>
          </a:p>
          <a:p>
            <a:r>
              <a:rPr lang="en-US"/>
              <a:t>• Platforms: Web (React + Vite) and Mobile (Expo React Native).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424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FDC38-C5B9-4F20-8C98-6E6760136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 Statement &amp; 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8CFC3-C438-425F-A753-0D67909666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Manual registration and voting cause inefficiency and fraud.</a:t>
            </a:r>
          </a:p>
          <a:p>
            <a:r>
              <a:rPr lang="en-US"/>
              <a:t>• No unified citizen data management.</a:t>
            </a:r>
          </a:p>
          <a:p>
            <a:r>
              <a:rPr lang="en-US"/>
              <a:t>• Goal: Create a secure, accessible, and transparent system.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00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9BD8E-608E-4797-9792-B6B03E97C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85FE4-9C9E-4CEB-828F-1E7058C22D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Admin Portal: Manage citizens, elections, complaints, and live results.</a:t>
            </a:r>
          </a:p>
          <a:p>
            <a:r>
              <a:rPr lang="en-US"/>
              <a:t>• Citizen Portal: Apply for ID, vote, and submit feedback.</a:t>
            </a:r>
          </a:p>
          <a:p>
            <a:r>
              <a:rPr lang="en-US"/>
              <a:t>• Mobile App: Lightweight mirror of citizen portal built with Expo.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49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A3CA7-7753-422D-9FA1-5186A4BD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Technical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041DC-65BB-4AF1-B32A-F3F58F53D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Frontend (Web): React + Vite + Tailwind CSS</a:t>
            </a:r>
          </a:p>
          <a:p>
            <a:r>
              <a:rPr lang="en-US"/>
              <a:t>• Mobile: Expo + React Native</a:t>
            </a:r>
          </a:p>
          <a:p>
            <a:r>
              <a:rPr lang="en-US"/>
              <a:t>• State Management: Zustand / Context API</a:t>
            </a:r>
          </a:p>
          <a:p>
            <a:r>
              <a:rPr lang="en-US"/>
              <a:t>• Hosting: Vercel (Web), EAS Build (Mobile)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30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60133-521B-42BC-A56B-C33DE0C77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Admin Dashboard – Screenshots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BFC15-6A8D-4A73-8B45-7BE68150B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Dashboard Overview</a:t>
            </a:r>
          </a:p>
          <a:p>
            <a:r>
              <a:rPr lang="en-US"/>
              <a:t>• Manage Elections &amp; Candidates</a:t>
            </a:r>
          </a:p>
          <a:p>
            <a:r>
              <a:rPr lang="en-US"/>
              <a:t>• View Real-Time Results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982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568BA-1357-4E59-BF21-D27A544A7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Citizen App – Screenshots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22AC7-8E8B-4349-91CE-DB953E723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View Elections</a:t>
            </a:r>
          </a:p>
          <a:p>
            <a:r>
              <a:rPr lang="en-US"/>
              <a:t>• View Candidate Campaigns</a:t>
            </a:r>
          </a:p>
          <a:p>
            <a:r>
              <a:rPr lang="en-US"/>
              <a:t>• Vote with One Tap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077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0164D-8C74-4102-95B1-BC616327D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5A471-F0B2-45FA-AC48-891D7CC6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Citizen: Register/Login ? View Elections ? Vote</a:t>
            </a:r>
          </a:p>
          <a:p>
            <a:r>
              <a:rPr lang="en-US"/>
              <a:t>• Admin: Create Election ? Add Candidates ? Monitor Results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24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31DA0-2C06-4B54-A3C1-843F9816A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&amp; Privacy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D63421-6297-4E87-B1CB-67D22E8BB2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Role-based access (Admin/Citizen)</a:t>
            </a:r>
          </a:p>
          <a:p>
            <a:r>
              <a:rPr lang="en-US"/>
              <a:t>• Session timeout &amp; UI blur (optional)</a:t>
            </a:r>
          </a:p>
          <a:p>
            <a:r>
              <a:rPr lang="en-US"/>
              <a:t>• Planned: OTP &amp; biometric linking</a:t>
            </a:r>
          </a:p>
          <a:p>
            <a:r>
              <a:rPr lang="en-US"/>
              <a:t>• Secure HTTPS communication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205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E47A6-C8D7-4A75-AF68-4F8C45AF6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Deployment &amp; Accessibility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E8709-3A0E-499A-BB88-4B06433FB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Web: https://natio-id.vercel.app</a:t>
            </a:r>
          </a:p>
          <a:p>
            <a:r>
              <a:rPr lang="en-US"/>
              <a:t>• Mobile: https://expo.dev/artifacts/eas/9Mm3k4YvGpyrZudo6t2zfN.aab</a:t>
            </a:r>
          </a:p>
          <a:p>
            <a:r>
              <a:rPr lang="en-US"/>
              <a:t>• Cross-platform compatibility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142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D74B8-4456-4A53-A3F3-9CE376FAA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Limitations / Roadmap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28D44-50A3-4FB5-AC9A-815A5A94A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Currently frontend-only.</a:t>
            </a:r>
          </a:p>
          <a:p>
            <a:r>
              <a:rPr lang="en-US"/>
              <a:t>• Future: Biometric/OTP login, API security, notifications.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799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A7365-E55F-4385-9A34-5E691D279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Call to Action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3FAE9-A89B-4724-8687-260A5C01B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• Seeking funding and pilot opportunities.</a:t>
            </a:r>
          </a:p>
          <a:p>
            <a:r>
              <a:rPr lang="en-US"/>
              <a:t>• Open for partnerships with agencies or NGOs.</a:t>
            </a:r>
          </a:p>
          <a:p>
            <a:r>
              <a:rPr lang="en-US"/>
              <a:t>• Contact for demo or discussion.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460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9FA35-E798-4A2E-A5F7-75F57585D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1CB8A-EFB0-4625-9E6C-BC73AECEF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• Questions?</a:t>
            </a:r>
          </a:p>
          <a:p>
            <a:r>
              <a:rPr lang="fr-FR"/>
              <a:t>• Contact: abdulazeezadam09@gmail.com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426475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0</TotalTime>
  <Words>375</Words>
  <Application>Microsoft Office PowerPoint</Application>
  <PresentationFormat>Widescreen</PresentationFormat>
  <Paragraphs>52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Century Gothic</vt:lpstr>
      <vt:lpstr>Vapor Trail</vt:lpstr>
      <vt:lpstr>NatioID – National Digital Identity &amp; Voting Platform</vt:lpstr>
      <vt:lpstr>Project Overview</vt:lpstr>
      <vt:lpstr>Problem Statement &amp; Goal</vt:lpstr>
      <vt:lpstr>Core Features</vt:lpstr>
      <vt:lpstr>Technical Architecture</vt:lpstr>
      <vt:lpstr>Admin Dashboard – Screenshots</vt:lpstr>
      <vt:lpstr>Citizen App – Screenshots</vt:lpstr>
      <vt:lpstr>System Flow</vt:lpstr>
      <vt:lpstr>Security &amp; Privacy</vt:lpstr>
      <vt:lpstr>Deployment &amp; Accessibility</vt:lpstr>
      <vt:lpstr>Limitations / Roadmap</vt:lpstr>
      <vt:lpstr>Call to Action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NatioID – National Digital Identity &amp; Voting Platform</dc:title>
  <dc:creator>Abdulazeez Adam</dc:creator>
  <cp:lastModifiedBy>Abdulazeez Adam</cp:lastModifiedBy>
  <cp:revision>1</cp:revision>
  <dcterms:created xsi:type="dcterms:W3CDTF">2025-10-20T03:16:32Z</dcterms:created>
  <dcterms:modified xsi:type="dcterms:W3CDTF">2025-10-20T03:16:51Z</dcterms:modified>
</cp:coreProperties>
</file>